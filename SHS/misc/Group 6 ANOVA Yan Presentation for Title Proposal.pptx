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9" r:id="rId4"/>
    <p:sldId id="267" r:id="rId5"/>
    <p:sldId id="268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0"/>
  </p:normalViewPr>
  <p:slideViewPr>
    <p:cSldViewPr snapToGrid="0">
      <p:cViewPr>
        <p:scale>
          <a:sx n="50" d="100"/>
          <a:sy n="50" d="100"/>
        </p:scale>
        <p:origin x="126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B0FB3-5CCC-498E-996B-0F6C41795E8F}" type="datetimeFigureOut">
              <a:rPr lang="en-PH" smtClean="0"/>
              <a:t>2/19/2025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1C991-196D-4399-A958-1AF0E8E962A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52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C1C991-196D-4399-A958-1AF0E8E962A3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70012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C0AE9-D7D4-354A-A6F5-B47744A88BBD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0AC46-34FE-8F4F-9CA8-BA9EC171B01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8088" y="488437"/>
            <a:ext cx="11195824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Title Proposal for Practical Research 1 and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9644" y="3319943"/>
            <a:ext cx="9712712" cy="2932770"/>
          </a:xfrm>
        </p:spPr>
        <p:txBody>
          <a:bodyPr>
            <a:noAutofit/>
          </a:bodyPr>
          <a:lstStyle/>
          <a:p>
            <a: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Marc Philip A. </a:t>
            </a: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Landicho</a:t>
            </a:r>
            <a:b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Althea I. </a:t>
            </a: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Redado</a:t>
            </a:r>
            <a:b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Rianer</a:t>
            </a:r>
            <a: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Justin O. </a:t>
            </a: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Namuco</a:t>
            </a:r>
            <a:b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Ivan Alex D. </a:t>
            </a: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Recinto</a:t>
            </a:r>
            <a:b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Zcherheine</a:t>
            </a:r>
            <a:r>
              <a:rPr lang="en-PH" alt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 A. </a:t>
            </a:r>
            <a:r>
              <a:rPr lang="en-PH" altLang="en-US" sz="3400" b="1" dirty="0" err="1">
                <a:latin typeface="Arial" panose="020B0604020202020204" pitchFamily="34" charset="0"/>
                <a:cs typeface="Arial" panose="020B0604020202020204" pitchFamily="34" charset="0"/>
              </a:rPr>
              <a:t>Torrefranca</a:t>
            </a:r>
            <a:endParaRPr lang="en-PH" alt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Presenters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18386E-8ADD-ADB4-0C77-1B2B3763DCEC}"/>
              </a:ext>
            </a:extLst>
          </p:cNvPr>
          <p:cNvSpPr/>
          <p:nvPr/>
        </p:nvSpPr>
        <p:spPr>
          <a:xfrm>
            <a:off x="0" y="3429000"/>
            <a:ext cx="1700784" cy="3097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08AD0-5F90-05B2-61B3-139E86B59999}"/>
              </a:ext>
            </a:extLst>
          </p:cNvPr>
          <p:cNvSpPr/>
          <p:nvPr/>
        </p:nvSpPr>
        <p:spPr>
          <a:xfrm>
            <a:off x="0" y="4786328"/>
            <a:ext cx="2651760" cy="2071672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F01E7-72AD-331E-D400-C3CF4A48F9CF}"/>
              </a:ext>
            </a:extLst>
          </p:cNvPr>
          <p:cNvSpPr/>
          <p:nvPr/>
        </p:nvSpPr>
        <p:spPr>
          <a:xfrm>
            <a:off x="11362945" y="1962615"/>
            <a:ext cx="829056" cy="293277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144341-3EA2-A2AB-4628-84CF69A47AA4}"/>
              </a:ext>
            </a:extLst>
          </p:cNvPr>
          <p:cNvSpPr/>
          <p:nvPr/>
        </p:nvSpPr>
        <p:spPr>
          <a:xfrm>
            <a:off x="10659618" y="3272201"/>
            <a:ext cx="1532382" cy="3097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37E826-75C0-B084-8BAB-35A470CF4976}"/>
              </a:ext>
            </a:extLst>
          </p:cNvPr>
          <p:cNvSpPr/>
          <p:nvPr/>
        </p:nvSpPr>
        <p:spPr>
          <a:xfrm>
            <a:off x="1397000" y="1"/>
            <a:ext cx="5097655" cy="331638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2361AE-368F-A776-3C1E-88968FE2A752}"/>
              </a:ext>
            </a:extLst>
          </p:cNvPr>
          <p:cNvSpPr/>
          <p:nvPr/>
        </p:nvSpPr>
        <p:spPr>
          <a:xfrm>
            <a:off x="5446211" y="22080"/>
            <a:ext cx="3088189" cy="3722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838200" y="4633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PH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QUIEAZY: FUN, EASY TO USE LIVE WIFILESS QUIZ MAKER APPLICATION</a:t>
            </a:r>
          </a:p>
        </p:txBody>
      </p:sp>
      <p:sp>
        <p:nvSpPr>
          <p:cNvPr id="9" name="Title 1"/>
          <p:cNvSpPr>
            <a:spLocks noGrp="1"/>
          </p:cNvSpPr>
          <p:nvPr>
            <p:ph idx="1"/>
          </p:nvPr>
        </p:nvSpPr>
        <p:spPr>
          <a:xfrm>
            <a:off x="565150" y="2014539"/>
            <a:ext cx="11061700" cy="3355975"/>
          </a:xfrm>
        </p:spPr>
        <p:txBody>
          <a:bodyPr>
            <a:noAutofit/>
          </a:bodyPr>
          <a:lstStyle/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General Objective</a:t>
            </a:r>
          </a:p>
          <a:p>
            <a:pPr marL="457200" lvl="1" indent="0"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Evaluate the creation of an alternative fun, and easy to use quiz maker application that can run offline live.</a:t>
            </a:r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Specific Objectives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Reduce data consumption with quiz applications.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Increase accessibility to learners and educators.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Increase work and learning efficiency.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101995-41F4-3C93-B328-9293A25FAC57}"/>
              </a:ext>
            </a:extLst>
          </p:cNvPr>
          <p:cNvSpPr/>
          <p:nvPr/>
        </p:nvSpPr>
        <p:spPr>
          <a:xfrm>
            <a:off x="-350196" y="-252920"/>
            <a:ext cx="1765230" cy="15786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E11073-B6B1-A676-3055-332893996050}"/>
              </a:ext>
            </a:extLst>
          </p:cNvPr>
          <p:cNvSpPr/>
          <p:nvPr/>
        </p:nvSpPr>
        <p:spPr>
          <a:xfrm>
            <a:off x="10930509" y="5529278"/>
            <a:ext cx="2085100" cy="172755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9EC0B-E0A6-EBF0-B8EE-B03A9F582084}"/>
              </a:ext>
            </a:extLst>
          </p:cNvPr>
          <p:cNvSpPr/>
          <p:nvPr/>
        </p:nvSpPr>
        <p:spPr>
          <a:xfrm>
            <a:off x="5401735" y="6291567"/>
            <a:ext cx="3731682" cy="56643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13B02-FD62-E802-C88B-704DC98DBD13}"/>
              </a:ext>
            </a:extLst>
          </p:cNvPr>
          <p:cNvSpPr/>
          <p:nvPr/>
        </p:nvSpPr>
        <p:spPr>
          <a:xfrm>
            <a:off x="2037134" y="6467519"/>
            <a:ext cx="4173166" cy="390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5E4CE5-AF0A-B4E8-3873-B26C7FF0A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0883" y="923708"/>
            <a:ext cx="3723386" cy="748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Prototype Model</a:t>
            </a: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B0A6130C-1975-6066-6F33-863D109C7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203" y="183743"/>
            <a:ext cx="3026664" cy="64905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149C5DB-F9FB-E455-C189-D622035C0641}"/>
              </a:ext>
            </a:extLst>
          </p:cNvPr>
          <p:cNvSpPr txBox="1">
            <a:spLocks/>
          </p:cNvSpPr>
          <p:nvPr/>
        </p:nvSpPr>
        <p:spPr>
          <a:xfrm>
            <a:off x="1079231" y="2003552"/>
            <a:ext cx="6045740" cy="3721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Though this is made in code, it is still not final.</a:t>
            </a:r>
          </a:p>
          <a:p>
            <a:pPr marL="0" indent="0">
              <a:buNone/>
            </a:pP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Made for demonstrations only.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9CD8E-FFAB-6895-496F-FEE438E73FA7}"/>
              </a:ext>
            </a:extLst>
          </p:cNvPr>
          <p:cNvSpPr/>
          <p:nvPr/>
        </p:nvSpPr>
        <p:spPr>
          <a:xfrm>
            <a:off x="-809967" y="-486696"/>
            <a:ext cx="2085100" cy="172755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DFC106-1E22-CB5C-5426-29FAC42B482F}"/>
              </a:ext>
            </a:extLst>
          </p:cNvPr>
          <p:cNvSpPr/>
          <p:nvPr/>
        </p:nvSpPr>
        <p:spPr>
          <a:xfrm>
            <a:off x="1841499" y="6291566"/>
            <a:ext cx="2097365" cy="56643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1EEBB7-59E0-8240-AFF8-63322DDF7036}"/>
              </a:ext>
            </a:extLst>
          </p:cNvPr>
          <p:cNvSpPr/>
          <p:nvPr/>
        </p:nvSpPr>
        <p:spPr>
          <a:xfrm>
            <a:off x="563934" y="151881"/>
            <a:ext cx="4173166" cy="390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BF64D-F4E3-F28B-7A37-A1391D573AE2}"/>
              </a:ext>
            </a:extLst>
          </p:cNvPr>
          <p:cNvSpPr/>
          <p:nvPr/>
        </p:nvSpPr>
        <p:spPr>
          <a:xfrm>
            <a:off x="563934" y="5725160"/>
            <a:ext cx="1706931" cy="11328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03710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2D12C-6FE5-226F-4A57-5F54F1C5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839AFAE-EF47-EB39-F900-DC5D7E8A40BC}"/>
              </a:ext>
            </a:extLst>
          </p:cNvPr>
          <p:cNvSpPr txBox="1"/>
          <p:nvPr/>
        </p:nvSpPr>
        <p:spPr>
          <a:xfrm>
            <a:off x="838200" y="4633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PLASTIC BOTTLE AS ALTERNATIVE PARTICLE BOARD</a:t>
            </a:r>
            <a:endParaRPr lang="en-PH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CCEA9B-0FFC-A0DF-7D12-BDFACFE55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014539"/>
            <a:ext cx="11061700" cy="3355975"/>
          </a:xfrm>
        </p:spPr>
        <p:txBody>
          <a:bodyPr>
            <a:noAutofit/>
          </a:bodyPr>
          <a:lstStyle/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General Objective</a:t>
            </a:r>
          </a:p>
          <a:p>
            <a:pPr marL="457200" lvl="1" indent="0"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Effectiveness of plastic bottles as an alternative particle board for environmental cleanliness.</a:t>
            </a:r>
            <a:endParaRPr lang="en-US" sz="3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Specific Objectives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Reduce pollution in the environment.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Reduce the mass cutting of trees.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Improve the usage of recyclable materials.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0C986-9A08-3ABD-290B-9FF32F1B3BF9}"/>
              </a:ext>
            </a:extLst>
          </p:cNvPr>
          <p:cNvSpPr/>
          <p:nvPr/>
        </p:nvSpPr>
        <p:spPr>
          <a:xfrm>
            <a:off x="-350196" y="-252920"/>
            <a:ext cx="1765230" cy="15786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4F19FE-32E7-54EC-439C-52B570902604}"/>
              </a:ext>
            </a:extLst>
          </p:cNvPr>
          <p:cNvSpPr/>
          <p:nvPr/>
        </p:nvSpPr>
        <p:spPr>
          <a:xfrm>
            <a:off x="10930509" y="5529278"/>
            <a:ext cx="2085100" cy="172755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F3D18-2C7F-EEF4-F95F-5BD8DF9683D4}"/>
              </a:ext>
            </a:extLst>
          </p:cNvPr>
          <p:cNvSpPr/>
          <p:nvPr/>
        </p:nvSpPr>
        <p:spPr>
          <a:xfrm>
            <a:off x="5401735" y="6291567"/>
            <a:ext cx="3731682" cy="56643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A15E32-2A08-9BA9-5AD5-81B2B7347A83}"/>
              </a:ext>
            </a:extLst>
          </p:cNvPr>
          <p:cNvSpPr/>
          <p:nvPr/>
        </p:nvSpPr>
        <p:spPr>
          <a:xfrm>
            <a:off x="2037134" y="6467519"/>
            <a:ext cx="4173166" cy="390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618865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5F3B-E5D7-267F-A494-313A9AA7A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F45E32-1BFF-FDC2-16F8-EBBEDC61BC7F}"/>
              </a:ext>
            </a:extLst>
          </p:cNvPr>
          <p:cNvSpPr txBox="1"/>
          <p:nvPr/>
        </p:nvSpPr>
        <p:spPr>
          <a:xfrm>
            <a:off x="838200" y="4633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DRAGON FRUIT (</a:t>
            </a:r>
            <a:r>
              <a:rPr lang="en-US" altLang="en-US" sz="4000" i="1" dirty="0" err="1">
                <a:latin typeface="Arial" panose="020B0604020202020204" pitchFamily="34" charset="0"/>
                <a:cs typeface="Arial" panose="020B0604020202020204" pitchFamily="34" charset="0"/>
              </a:rPr>
              <a:t>Selenicereus</a:t>
            </a:r>
            <a:r>
              <a:rPr lang="en-US" alt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4000" i="1" dirty="0" err="1">
                <a:latin typeface="Arial" panose="020B0604020202020204" pitchFamily="34" charset="0"/>
                <a:cs typeface="Arial" panose="020B0604020202020204" pitchFamily="34" charset="0"/>
              </a:rPr>
              <a:t>undatus</a:t>
            </a:r>
            <a:r>
              <a:rPr lang="en-US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 PEELS AS CHALK PIGMENT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13DF456-3E9C-B76E-B512-3870FB30B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014539"/>
            <a:ext cx="11061700" cy="3355975"/>
          </a:xfrm>
        </p:spPr>
        <p:txBody>
          <a:bodyPr>
            <a:noAutofit/>
          </a:bodyPr>
          <a:lstStyle/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General Objective</a:t>
            </a:r>
          </a:p>
          <a:p>
            <a:pPr marL="457200" lvl="1" indent="0"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Potential of dragon fruit (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Selenicereus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400" dirty="0" err="1">
                <a:latin typeface="Arial" panose="020B0604020202020204" pitchFamily="34" charset="0"/>
                <a:cs typeface="Arial" panose="020B0604020202020204" pitchFamily="34" charset="0"/>
              </a:rPr>
              <a:t>undatus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) peels as chalk pigment.</a:t>
            </a:r>
          </a:p>
          <a:p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Specific Objectives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Give purpose to dragon fruit peels other than being a fertilizer.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Produce an organic color pigment for chalks.</a:t>
            </a:r>
          </a:p>
          <a:p>
            <a:pPr lvl="1"/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Enhance the usability of dragon fruit peels.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BF02CA-3C29-488C-36D7-F3738FC8676B}"/>
              </a:ext>
            </a:extLst>
          </p:cNvPr>
          <p:cNvSpPr/>
          <p:nvPr/>
        </p:nvSpPr>
        <p:spPr>
          <a:xfrm>
            <a:off x="-350196" y="-252920"/>
            <a:ext cx="1765230" cy="15786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E3DF8-78B8-6010-265D-1BCBA553A0E0}"/>
              </a:ext>
            </a:extLst>
          </p:cNvPr>
          <p:cNvSpPr/>
          <p:nvPr/>
        </p:nvSpPr>
        <p:spPr>
          <a:xfrm>
            <a:off x="10930509" y="5529278"/>
            <a:ext cx="2085100" cy="1727556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143BB6-F030-E444-C063-5F84797F5F94}"/>
              </a:ext>
            </a:extLst>
          </p:cNvPr>
          <p:cNvSpPr/>
          <p:nvPr/>
        </p:nvSpPr>
        <p:spPr>
          <a:xfrm>
            <a:off x="5401735" y="6291567"/>
            <a:ext cx="3731682" cy="56643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672E0-7E68-C0DA-1F03-74E1F7D2F9FF}"/>
              </a:ext>
            </a:extLst>
          </p:cNvPr>
          <p:cNvSpPr/>
          <p:nvPr/>
        </p:nvSpPr>
        <p:spPr>
          <a:xfrm>
            <a:off x="2037134" y="6467519"/>
            <a:ext cx="4173166" cy="390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73662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65137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sz="138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B7260-72D9-4691-506C-3F2742E457D4}"/>
              </a:ext>
            </a:extLst>
          </p:cNvPr>
          <p:cNvSpPr/>
          <p:nvPr/>
        </p:nvSpPr>
        <p:spPr>
          <a:xfrm>
            <a:off x="520700" y="0"/>
            <a:ext cx="7620000" cy="8046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950962-F329-7EBF-0186-D44105CB20B0}"/>
              </a:ext>
            </a:extLst>
          </p:cNvPr>
          <p:cNvSpPr/>
          <p:nvPr/>
        </p:nvSpPr>
        <p:spPr>
          <a:xfrm>
            <a:off x="3865034" y="164117"/>
            <a:ext cx="5037665" cy="80463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6D7C2-2CB6-F2E0-8E34-3E01F52EA8CA}"/>
              </a:ext>
            </a:extLst>
          </p:cNvPr>
          <p:cNvSpPr/>
          <p:nvPr/>
        </p:nvSpPr>
        <p:spPr>
          <a:xfrm>
            <a:off x="0" y="4813300"/>
            <a:ext cx="1651000" cy="2044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6ACE69-9E0C-1CEE-8AF1-572095BE8105}"/>
              </a:ext>
            </a:extLst>
          </p:cNvPr>
          <p:cNvSpPr/>
          <p:nvPr/>
        </p:nvSpPr>
        <p:spPr>
          <a:xfrm>
            <a:off x="520701" y="5918200"/>
            <a:ext cx="3238500" cy="93980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7FE64-8F15-26DF-17F2-7B9544368337}"/>
              </a:ext>
            </a:extLst>
          </p:cNvPr>
          <p:cNvSpPr/>
          <p:nvPr/>
        </p:nvSpPr>
        <p:spPr>
          <a:xfrm>
            <a:off x="11671299" y="728120"/>
            <a:ext cx="520701" cy="588924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CE30C9-FD33-087A-2E47-06C9DCB539E3}"/>
              </a:ext>
            </a:extLst>
          </p:cNvPr>
          <p:cNvSpPr/>
          <p:nvPr/>
        </p:nvSpPr>
        <p:spPr>
          <a:xfrm>
            <a:off x="11347450" y="4504110"/>
            <a:ext cx="844550" cy="20447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215</Words>
  <Application>Microsoft Office PowerPoint</Application>
  <PresentationFormat>Widescreen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Title Proposal for Practical Research 1 and 2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Proposal for Practical Research 1 and 2</dc:title>
  <dc:creator>Microsoft Office User</dc:creator>
  <cp:lastModifiedBy>CalmBubbles 6055</cp:lastModifiedBy>
  <cp:revision>49</cp:revision>
  <dcterms:created xsi:type="dcterms:W3CDTF">2023-05-28T23:39:00Z</dcterms:created>
  <dcterms:modified xsi:type="dcterms:W3CDTF">2025-02-18T21:39:45Z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C33C032AC8224A709370BF701EBA678B_12</vt:lpwstr>
  </property>
  <property fmtid="{D5CDD505-2E9C-101B-9397-08002B2CF9AE}" pid="3" name="KSOProductBuildVer">
    <vt:lpwstr>1033-12.2.0.13472</vt:lpwstr>
  </property>
</Properties>
</file>